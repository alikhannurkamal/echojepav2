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1430000" cy="53035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Pretrained EchoJEPA (ViT-L) from scratch on iCardio  ·  77k patients  ·  4.1M images  ·  200 epochs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916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LVEF REGRESSION  —  attentive probe on frozen encoder  (41% of labeled data)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4297680" cy="402336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29968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993392"/>
            <a:ext cx="3200400" cy="402336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02996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Ours  (iCardio pretrain)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993392"/>
            <a:ext cx="2377440" cy="402336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02996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EchoJEPA paper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0" y="1993392"/>
            <a:ext cx="1508760" cy="402336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20299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95728"/>
            <a:ext cx="4297680" cy="45720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50592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EchoNet-Dynamic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2395728"/>
            <a:ext cx="3200400" cy="45720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45059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6.39 MAE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395728"/>
            <a:ext cx="2377440" cy="45720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45059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5.59 MAE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0" y="2395728"/>
            <a:ext cx="1508760" cy="45720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24505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</a:rPr>
              <a:t>+0.80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852928"/>
            <a:ext cx="4297680" cy="4572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907792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EchoNet-Pediatric  (zero-shot)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2852928"/>
            <a:ext cx="3200400" cy="4572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90779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8.28 MAE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852928"/>
            <a:ext cx="2377440" cy="4572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90779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7.97 MAE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0" y="2852928"/>
            <a:ext cx="1508760" cy="4572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29077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</a:rPr>
              <a:t>+0.31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310128"/>
            <a:ext cx="4297680" cy="45720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364992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EchoNet-Pediatric  (fine-tuned)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3310128"/>
            <a:ext cx="3200400" cy="45720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336499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6.05 MAE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3310128"/>
            <a:ext cx="2377440" cy="45720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336499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5.50 MAE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0" y="3310128"/>
            <a:ext cx="1508760" cy="45720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0" y="33649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C00"/>
                </a:solidFill>
              </a:rPr>
              <a:t>+0.55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767328"/>
            <a:ext cx="4297680" cy="4572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822191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CAMUS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3767328"/>
            <a:ext cx="3200400" cy="4572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3822191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7.88 MAE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3767328"/>
            <a:ext cx="2377440" cy="4572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3822191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    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15600" y="3767328"/>
            <a:ext cx="1508760" cy="4572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07040" y="382219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    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43434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</a:rPr>
              <a:t>EchoJEPA trained on 300k patients (18M videos) — gap is partly explained by 4× more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Proposal &amp; Updated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87552"/>
            <a:ext cx="11430000" cy="457200"/>
          </a:xfrm>
          <a:prstGeom prst="rect">
            <a:avLst/>
          </a:prstGeom>
          <a:solidFill>
            <a:srgbClr val="05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33271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</a:rPr>
              <a:t>Does JEPA-style pretraining yield similar performance &amp; robustness benefits on a different clinical dataset?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3474720" cy="36576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3677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Research 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572768"/>
            <a:ext cx="3291840" cy="36576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1636776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572768"/>
            <a:ext cx="2286000" cy="36576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63677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1572768"/>
            <a:ext cx="2331720" cy="36576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16367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Update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38528"/>
            <a:ext cx="3474720" cy="98755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31920" y="1938528"/>
            <a:ext cx="3291840" cy="98755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938528"/>
            <a:ext cx="2286000" cy="98755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2640" y="1938528"/>
            <a:ext cx="2331720" cy="98755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075688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Does JEPA work on
a different dataset?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59" y="2048256"/>
            <a:ext cx="3154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Train from scratch on iCardio
→ evaluate on benchmarks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221284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</a:rPr>
              <a:t>✓ 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075688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C653"/>
                </a:solidFill>
              </a:rPr>
              <a:t>Competitive with EchoJEPA
using ~25% of their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3474720" cy="98755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1920" y="2926080"/>
            <a:ext cx="3291840" cy="98755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2926080"/>
            <a:ext cx="2286000" cy="98755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2926080"/>
            <a:ext cx="2331720" cy="98755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063240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77777"/>
                </a:solidFill>
              </a:rPr>
              <a:t>Does JEPA transfer
across datasets?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59" y="3035808"/>
            <a:ext cx="3154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Fine-tune EchoJEPA's
released weights on iCardio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7" y="32004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</a:rPr>
              <a:t>✗  Eliminated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063240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</a:rPr>
              <a:t>EchoJEPA did not release
model weights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913632"/>
            <a:ext cx="3474720" cy="98755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31920" y="3913632"/>
            <a:ext cx="3291840" cy="98755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0" y="3913632"/>
            <a:ext cx="2286000" cy="98755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92640" y="3913632"/>
            <a:ext cx="2331720" cy="98755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0507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Is JEPA better than
no pretraining?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59" y="4023360"/>
            <a:ext cx="3154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Compare vs. supervised ViT
trained on iCardio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4927" y="41879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→  Pending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405079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8C00"/>
                </a:solidFill>
              </a:rPr>
              <a:t>Need to train
supervised baseline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901184"/>
            <a:ext cx="3474720" cy="98755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31920" y="4901184"/>
            <a:ext cx="3291840" cy="98755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0" y="4901184"/>
            <a:ext cx="2286000" cy="98755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92640" y="4901184"/>
            <a:ext cx="2331720" cy="98755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038344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Is JEPA better than
other SSL methods?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59" y="5010912"/>
            <a:ext cx="3154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Compare vs. MAE
(reconstruction SSL) on iCardio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4927" y="51755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→  Pending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5038344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8C00"/>
                </a:solidFill>
              </a:rPr>
              <a:t>Need to train
MAE baseline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Research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9264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UPDATED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43584"/>
            <a:ext cx="2468880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984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243584"/>
            <a:ext cx="914400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984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EchoNet-D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40" y="1243584"/>
            <a:ext cx="914400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2984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Ped (0-shot)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243584"/>
            <a:ext cx="914400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2984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Ped (ft)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243584"/>
            <a:ext cx="1005840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12984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CAMUS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591056"/>
            <a:ext cx="2468880" cy="3474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645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CCD6E0"/>
                </a:solidFill>
              </a:rPr>
              <a:t>EchoJEPA (paper)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1591056"/>
            <a:ext cx="914400" cy="3474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1645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5.59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1591056"/>
            <a:ext cx="914400" cy="3474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1645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7.97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591056"/>
            <a:ext cx="914400" cy="3474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1645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5.50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1591056"/>
            <a:ext cx="1005840" cy="3474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60" y="1645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1938528"/>
            <a:ext cx="2468880" cy="34747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199339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CCD6E0"/>
                </a:solidFill>
              </a:rPr>
              <a:t>Ours JEPA 336px  e200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1938528"/>
            <a:ext cx="914400" cy="34747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360" y="19933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0C864"/>
                </a:solidFill>
              </a:rPr>
              <a:t>5.22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1938528"/>
            <a:ext cx="914400" cy="34747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60" y="19933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1938528"/>
            <a:ext cx="914400" cy="34747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19933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1938528"/>
            <a:ext cx="1005840" cy="34747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3560" y="1993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7.88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286000"/>
            <a:ext cx="2468880" cy="3474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34086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CCD6E0"/>
                </a:solidFill>
              </a:rPr>
              <a:t>Ours JEPA 336px  e200†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2286000"/>
            <a:ext cx="914400" cy="3474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0360" y="2340864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6.39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40" y="2286000"/>
            <a:ext cx="914400" cy="3474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94760" y="2340864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8.28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2286000"/>
            <a:ext cx="914400" cy="3474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60" y="2340864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6.05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2286000"/>
            <a:ext cx="1005840" cy="3474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23560" y="234086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2633472"/>
            <a:ext cx="2468880" cy="34747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2688336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CCD6E0"/>
                </a:solidFill>
              </a:rPr>
              <a:t>Ours JEPA 224px  e80‡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40" y="2633472"/>
            <a:ext cx="914400" cy="34747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80360" y="2688336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5.43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40" y="2633472"/>
            <a:ext cx="914400" cy="34747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94760" y="2688336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8.18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2633472"/>
            <a:ext cx="914400" cy="34747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9160" y="2688336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5.59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77840" y="2633472"/>
            <a:ext cx="1005840" cy="34747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23560" y="268833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2980944"/>
            <a:ext cx="2468880" cy="3474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303580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CCD6E0"/>
                </a:solidFill>
              </a:rPr>
              <a:t>Supervised (no SSL)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34640" y="2980944"/>
            <a:ext cx="914400" cy="3474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80360" y="303580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8.44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49040" y="2980944"/>
            <a:ext cx="914400" cy="3474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94760" y="303580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63440" y="2980944"/>
            <a:ext cx="914400" cy="3474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09160" y="303580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77840" y="2980944"/>
            <a:ext cx="1005840" cy="3474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23560" y="303580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3383279"/>
            <a:ext cx="6400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77777"/>
                </a:solidFill>
              </a:rPr>
              <a:t>†  41% labels (crashed run)    ‡  Preliminary, e80/240, no holdout split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3694176"/>
            <a:ext cx="6400800" cy="402336"/>
          </a:xfrm>
          <a:prstGeom prst="rect">
            <a:avLst/>
          </a:prstGeom>
          <a:solidFill>
            <a:srgbClr val="07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3749039"/>
            <a:ext cx="6126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C864"/>
                </a:solidFill>
              </a:rPr>
              <a:t>336px beats EchoJEPA  (5.22 vs 5.59)  ·  SSL beats supervised by &gt;3 MAE  (5.22 vs 8.44)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95160" y="969264"/>
            <a:ext cx="50109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NEW EXPERIMENTS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95160" y="1243584"/>
            <a:ext cx="5010912" cy="10058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20" y="1316736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Clean Holdout Run  (224px)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32320" y="1572768"/>
            <a:ext cx="3502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4 hospital sites fully excluded from pretraining → out-of-distribution generalisation benchmark at equipment/protocol level.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61320" y="1316736"/>
            <a:ext cx="13533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FFD600"/>
                </a:solidFill>
              </a:rPr>
              <a:t>⟳  Epoch 58 / 200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95160" y="2295144"/>
            <a:ext cx="5010912" cy="10058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32320" y="2368296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Text-Conditioned EchoJEPA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2624327"/>
            <a:ext cx="3502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BioClinicalBERT report embeddings fused with video via gated attention. Tests whether clinical text boosts representations.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61320" y="2368296"/>
            <a:ext cx="13533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FFD600"/>
                </a:solidFill>
              </a:rPr>
              <a:t>⟳  Running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995160" y="3346703"/>
            <a:ext cx="5010912" cy="10058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32320" y="3419856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iCardio Internal LVEF Eval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32320" y="3675887"/>
            <a:ext cx="3502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Attentive probe on 3.2M iCardio DICOMs with LVEF labels. Tests generalisation on own training distribution.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61320" y="3419856"/>
            <a:ext cx="13533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FFD600"/>
                </a:solidFill>
              </a:rPr>
              <a:t>⟳  Extracting embeddings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995160" y="4398264"/>
            <a:ext cx="5010912" cy="10058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32320" y="4471416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VideoMAE Baseline  (224px)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32320" y="4727448"/>
            <a:ext cx="3502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</a:rPr>
              <a:t>ViT-L/16 reconstruction SSL on identical iCardio shards. Controlled JEPA (latent) vs. VideoMAE (pixel) comparison.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61320" y="4471416"/>
            <a:ext cx="13533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777777"/>
                </a:solidFill>
              </a:rPr>
              <a:t>⏳  Pending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640080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</a:rPr>
              <a:t>Results from 336px e200  ·  224px clean run + VideoMAE + iCardio LVEF results pending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